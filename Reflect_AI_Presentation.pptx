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3" r:id="rId6"/>
    <p:sldId id="266" r:id="rId7"/>
    <p:sldId id="267" r:id="rId8"/>
    <p:sldId id="27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3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AI Journaling Companion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Consistent Journaling Habits with Intelligent AI Assistance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NetSec Hackathon 2026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55DC1-6B5C-8630-15F2-53E86C0B6D17}"/>
              </a:ext>
            </a:extLst>
          </p:cNvPr>
          <p:cNvSpPr txBox="1"/>
          <p:nvPr/>
        </p:nvSpPr>
        <p:spPr>
          <a:xfrm>
            <a:off x="3961897" y="4231660"/>
            <a:ext cx="1220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By </a:t>
            </a:r>
          </a:p>
          <a:p>
            <a:pPr algn="ctr"/>
            <a:r>
              <a:rPr lang="en-US" sz="1400" dirty="0"/>
              <a:t>Jatin Bhandari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Journaling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 Anxiety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know what to write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Logs, Not Insights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lack depth and reflection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Recognition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identify emotional patterns over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Continuity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feels disconnected from the last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hesitate to share personal thoughts with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45720" cy="3657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intelligent assistance that respects their privacy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AI Prompts: Context-aware prompts generated by Claude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Indicator: Local AFINN analysis shows sentiment as you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Companion: Debounced suggestions appear after 2-second typing pause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Extraction: Automatic identification of topics (work, family, health, etc.)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Trends: Visual charts showing emotional patterns over time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Summaries: AI-generated insights from aggregated 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Controls: User can disable AI features, export data, delete account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AFD344-DF56-A41C-C15A-B8947CC92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2" y="1088967"/>
            <a:ext cx="9130132" cy="3699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132588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365760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Next.js 14 (App Router)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React 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TypeScript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56032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UI Components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shadcn/ui (Radix UI)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Recharts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6032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Next.js API Routes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Prisma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Supabase Auth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2743200"/>
            <a:ext cx="256032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2743200"/>
            <a:ext cx="2560320" cy="365760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1775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</a:t>
            </a:r>
            <a:r>
              <a:rPr lang="en-US" sz="1200" dirty="0" err="1">
                <a:solidFill>
                  <a:srgbClr val="2C3E50"/>
                </a:solidFill>
              </a:rPr>
              <a:t>Supabase</a:t>
            </a:r>
            <a:endParaRPr lang="en-US" sz="1200" dirty="0">
              <a:solidFill>
                <a:srgbClr val="2C3E5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83280" y="2743200"/>
            <a:ext cx="256032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83280" y="2743200"/>
            <a:ext cx="25603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Anthropic Claude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2044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AFINN (local)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Compromise NLP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2743200"/>
            <a:ext cx="2560320" cy="12801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solidFill>
            <a:srgbClr val="9C27B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636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Vercel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more willing to use AI features when privacy is prioritized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improves user experience significantly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prompts dramatically improve engagement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local and cloud AI provides best of both worlds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🎛️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84048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users control over AI features builds trust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45720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016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43484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prompt design makes AI responses more helpful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73152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⚠️ Challenge: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Balancing privacy with AI functionality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65760" cy="18288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731520"/>
          </a:xfrm>
          <a:prstGeom prst="roundRect">
            <a:avLst/>
          </a:prstGeom>
          <a:solidFill>
            <a:srgbClr val="E5FF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00"/>
                </a:solidFill>
              </a:rPr>
              <a:t>✅ 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Hybrid approach with local processing + PII masking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3657600" cy="73152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⚠️ Challenge: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Generating context-aware prompts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65760" cy="18288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3657600" cy="731520"/>
          </a:xfrm>
          <a:prstGeom prst="roundRect">
            <a:avLst/>
          </a:prstGeom>
          <a:solidFill>
            <a:srgbClr val="E5FF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00"/>
                </a:solidFill>
              </a:rPr>
              <a:t>✅ Solution: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Historical pattern analysis + careful prompt engineering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3657600" cy="73152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⚠️ Challenge: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Real-time sentiment without API delays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65760" cy="18288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657600" cy="731520"/>
          </a:xfrm>
          <a:prstGeom prst="roundRect">
            <a:avLst/>
          </a:prstGeom>
          <a:solidFill>
            <a:srgbClr val="E5FF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00"/>
                </a:solidFill>
              </a:rPr>
              <a:t>✅ Solution: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Local AFINN sentiment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3657600" cy="731520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⚠️ Challenge: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Debouncing AI suggestions effectively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4206240"/>
            <a:ext cx="365760" cy="18288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3931920"/>
            <a:ext cx="3657600" cy="731520"/>
          </a:xfrm>
          <a:prstGeom prst="roundRect">
            <a:avLst/>
          </a:prstGeom>
          <a:solidFill>
            <a:srgbClr val="E5FF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00"/>
                </a:solidFill>
              </a:rPr>
              <a:t>✅ Solution: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2-second delay + &gt;100 character threshold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800"/>
              </a:lnSpc>
            </a:pPr>
            <a:r>
              <a:rPr lang="en-US" sz="1800" dirty="0">
                <a:solidFill>
                  <a:srgbClr val="F5F5F5"/>
                </a:solidFill>
              </a:rPr>
              <a:t>🌐 Demo: </a:t>
            </a:r>
            <a:r>
              <a:rPr lang="en-US" dirty="0">
                <a:solidFill>
                  <a:srgbClr val="F5F5F5"/>
                </a:solidFill>
              </a:rPr>
              <a:t>https://</a:t>
            </a:r>
            <a:r>
              <a:rPr lang="en-US" dirty="0" err="1">
                <a:solidFill>
                  <a:srgbClr val="F5F5F5"/>
                </a:solidFill>
              </a:rPr>
              <a:t>youtu.be</a:t>
            </a:r>
            <a:r>
              <a:rPr lang="en-US" dirty="0">
                <a:solidFill>
                  <a:srgbClr val="F5F5F5"/>
                </a:solidFill>
              </a:rPr>
              <a:t>/UxRMG4uT6XY</a:t>
            </a:r>
            <a:endParaRPr lang="en-US" sz="1800" dirty="0"/>
          </a:p>
          <a:p>
            <a:pPr algn="ctr">
              <a:lnSpc>
                <a:spcPts val="2800"/>
              </a:lnSpc>
            </a:pPr>
            <a:r>
              <a:rPr lang="en-US" sz="1800" dirty="0">
                <a:solidFill>
                  <a:srgbClr val="F5F5F5"/>
                </a:solidFill>
              </a:rPr>
              <a:t>📁 GitHub: </a:t>
            </a:r>
            <a:r>
              <a:rPr lang="en-US" dirty="0">
                <a:solidFill>
                  <a:srgbClr val="F5F5F5"/>
                </a:solidFill>
              </a:rPr>
              <a:t>https://</a:t>
            </a:r>
            <a:r>
              <a:rPr lang="en-US" dirty="0" err="1">
                <a:solidFill>
                  <a:srgbClr val="F5F5F5"/>
                </a:solidFill>
              </a:rPr>
              <a:t>github.com</a:t>
            </a:r>
            <a:r>
              <a:rPr lang="en-US" dirty="0">
                <a:solidFill>
                  <a:srgbClr val="F5F5F5"/>
                </a:solidFill>
              </a:rPr>
              <a:t>/b-</a:t>
            </a:r>
            <a:r>
              <a:rPr lang="en-US" dirty="0" err="1">
                <a:solidFill>
                  <a:srgbClr val="F5F5F5"/>
                </a:solidFill>
              </a:rPr>
              <a:t>jatin</a:t>
            </a:r>
            <a:r>
              <a:rPr lang="en-US" dirty="0">
                <a:solidFill>
                  <a:srgbClr val="F5F5F5"/>
                </a:solidFill>
              </a:rPr>
              <a:t>/FY26-NetSec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</a:rPr>
              <a:t>Palo Alto Networks NetSec Hackathon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418</Words>
  <Application>Microsoft Macintosh PowerPoint</Application>
  <PresentationFormat>On-screen Show (16:9)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MindfulSpace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 AI Presentation</dc:title>
  <dc:subject>AI-Powered Journaling Companion</dc:subject>
  <dc:creator>Palo Alto Networks Hackathon</dc:creator>
  <cp:lastModifiedBy>Jatin Bhandari</cp:lastModifiedBy>
  <cp:revision>9</cp:revision>
  <dcterms:created xsi:type="dcterms:W3CDTF">2026-02-01T19:17:43Z</dcterms:created>
  <dcterms:modified xsi:type="dcterms:W3CDTF">2026-02-01T23:46:03Z</dcterms:modified>
</cp:coreProperties>
</file>